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Noto Sans" pitchFamily="34" charset="0"/>
      <p:regular r:id="rId17"/>
      <p:bold r:id="rId18"/>
    </p:embeddedFont>
    <p:embeddedFont>
      <p:font typeface="Noto Sans Black" pitchFamily="34" charset="0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05ba30f6-4095-4f25-9ce0-c0d66fbf61e9.fntdata"/><Relationship Id="rId18" Type="http://schemas.openxmlformats.org/officeDocument/2006/relationships/font" Target="fonts/d0ca913f-ac9a-4141-afec-10a6a5f9c2ce.fntdata"/><Relationship Id="rId19" Type="http://schemas.openxmlformats.org/officeDocument/2006/relationships/font" Target="fonts/97f9b2bf-df18-4270-bdd5-27bfe0d6becd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1874519" cy="5784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438912"/>
            <a:ext cx="2889504" cy="384048"/>
          </a:xfrm>
          <a:prstGeom prst="roundRect">
            <a:avLst>
              <a:gd name="adj" fmla="val 5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 lIns="73152" rIns="73152"/>
          <a:lstStyle/>
          <a:p>
            <a:pPr algn="ctr"/>
            <a:r>
              <a:rPr sz="11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BUILT WITH AN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6FF00"/>
                </a:solidFill>
                <a:latin typeface="Noto Sans"/>
                <a:ea typeface="Noto Sans"/>
                <a:cs typeface="Noto Sans"/>
              </a:rPr>
              <a:t>WETLAND  ·  MCP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04288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</a:rPr>
              <a:t>The catalogue that can</a:t>
            </a:r>
          </a:p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</a:rPr>
              <a:t>build the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69080"/>
            <a:ext cx="950976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8F0E4"/>
                </a:solidFill>
                <a:latin typeface="Noto Sans"/>
                <a:ea typeface="Noto Sans"/>
                <a:cs typeface="Noto Sans"/>
              </a:rPr>
              <a:t>A home for shared helpers, plus the MCP that turns a brief into slides. This file is one of those slides.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8F0E4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0E4"/>
                </a:solidFill>
                <a:latin typeface="Noto Sans"/>
                <a:ea typeface="Noto Sans"/>
                <a:cs typeface="Noto Sans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078992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40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A clever chat still needs a key to the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337560"/>
            <a:ext cx="1051560" cy="73152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657600"/>
            <a:ext cx="1024128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22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On its own, an assistant does not know Water Care proposals, campaign results, brand rules, or which helpers are approved. An MCP is the adapter: one resource, with the rules built into the plug rather than into the chat.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THE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Find a capability. Open the approved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267712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Browse Wetland by task and try Growth or a synthetic capability example.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108960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80944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Open the approved Copilot agent after IT configures its MCP connections.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950208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Copy the example prompt. Pasting an MCP URL alone does not connect Copilot.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791456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Review the report, source and definition before sharing.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LIVE REFERENCE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Brand guidance and Growth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267712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Brand provides the shared colours, fonts, logos and document guidance.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108960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80944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Growth uses synthetic donation history: Q3 has 120 new donors against a target of 150.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950208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Growth must retrieve Brand guidance before releasing its PDF and HTML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791456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These services demonstrate the workflow; real donor data is not connected.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LIVE SYNTHETIC CAPABILITY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Eight scoped examples, one MCP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947672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874520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13432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Grant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36392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Synthetic application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1691640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5979" y="1947672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9131" y="1874520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2313432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Programme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3136392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Synthetic progress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8999" y="1691640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7015" y="1947672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0167" y="1874520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313432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Governance and 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136392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Advisory release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035" y="1691640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051" y="1947672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71203" y="1874520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203" y="2313432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Tool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203" y="3136392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Synthetic maintenance triage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76472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" y="4032504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8096" y="3959352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398264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Staff 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221224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Synthetic onboarding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7963" y="3776472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95979" y="4032504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69131" y="3959352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9131" y="4398264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Communications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9131" y="5221224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Synthetic campaign outline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8999" y="3776472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7015" y="4032504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70167" y="3959352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167" y="4398264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Developer standards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0167" y="5221224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Advisory development checks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70035" y="3776472"/>
            <a:ext cx="2654731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051" y="4032504"/>
            <a:ext cx="64008" cy="1426464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71203" y="3959352"/>
            <a:ext cx="1207008" cy="292608"/>
          </a:xfrm>
          <a:prstGeom prst="roundRect">
            <a:avLst>
              <a:gd name="adj" fmla="val 40000"/>
            </a:avLst>
          </a:prstGeom>
          <a:solidFill>
            <a:srgbClr val="D6FF00"/>
          </a:solidFill>
          <a:ln>
            <a:noFill/>
          </a:ln>
        </p:spPr>
        <p:txBody>
          <a:bodyPr rtlCol="0" anchor="ctr" wrap="none"/>
          <a:lstStyle/>
          <a:p>
            <a:pPr algn="ctr"/>
            <a:r>
              <a:rPr sz="1000" b="1">
                <a:solidFill>
                  <a:srgbClr val="151435"/>
                </a:solidFill>
                <a:latin typeface="Noto Sans"/>
                <a:ea typeface="Noto Sans"/>
                <a:cs typeface="Noto Sans"/>
              </a:rPr>
              <a:t>LIVE EXAMPLE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1203" y="4398264"/>
            <a:ext cx="230725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Organisational 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1203" y="5221224"/>
            <a:ext cx="2307259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Synthetic learning retrieval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CONNECTING THE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Choose a scoped endpoint or connect all 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267712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One hosted Examples MCP: each /mcp/&lt;scope&gt; exposes one capability; /mcp exposes all eight.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108960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80944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The examples return synthetic evidence, outlines and advisory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950208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They cannot grant approvals, change systems or generate finished branded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791456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IT must configure the Copilot connection; pasting the URL into a prompt does not connect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THE DECK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We built the MCP that builds the deck.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267712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An agent sends a brief to the locally run Deck MCP.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108960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80944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build_deck asks the Brand MCP for colour, type, and the wordmark.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950208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The tool returns a 16:9 PowerPoint a person can open and edit.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791456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The person who presents it still owns every claim on the slide.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THIS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You are looking at an MCP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3551834" cy="2880360"/>
          </a:xfrm>
          <a:prstGeom prst="roundRect">
            <a:avLst>
              <a:gd name="adj" fmla="val 6000"/>
            </a:avLst>
          </a:prstGeom>
          <a:solidFill>
            <a:srgbClr val="F8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78024"/>
            <a:ext cx="3222650" cy="73152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24327"/>
            <a:ext cx="309463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006BD9"/>
                </a:solidFill>
                <a:latin typeface="Noto Sans Black"/>
                <a:ea typeface="Noto Sans Black"/>
                <a:cs typeface="Noto Sans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79"/>
            <a:ext cx="309463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Read the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3977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Find capabilities, demo links and connection instructions in Wetland.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2331720"/>
            <a:ext cx="3551834" cy="2880360"/>
          </a:xfrm>
          <a:prstGeom prst="roundRect">
            <a:avLst>
              <a:gd name="adj" fmla="val 6000"/>
            </a:avLst>
          </a:prstGeom>
          <a:solidFill>
            <a:srgbClr val="F8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4522" y="2478024"/>
            <a:ext cx="3222650" cy="73152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5962" y="2624327"/>
            <a:ext cx="309463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006BD9"/>
                </a:solidFill>
                <a:latin typeface="Noto Sans Black"/>
                <a:ea typeface="Noto Sans Black"/>
                <a:cs typeface="Noto Sans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5962" y="3383279"/>
            <a:ext cx="309463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Read the 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4114800"/>
            <a:ext cx="303977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Colour, Noto Sans, and the white wordmark came from the live Brand MCP.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2932" y="2331720"/>
            <a:ext cx="3551834" cy="2880360"/>
          </a:xfrm>
          <a:prstGeom prst="roundRect">
            <a:avLst>
              <a:gd name="adj" fmla="val 6000"/>
            </a:avLst>
          </a:prstGeom>
          <a:solidFill>
            <a:srgbClr val="F8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7524" y="2478024"/>
            <a:ext cx="3222650" cy="73152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8964" y="2624327"/>
            <a:ext cx="309463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006BD9"/>
                </a:solidFill>
                <a:latin typeface="Noto Sans Black"/>
                <a:ea typeface="Noto Sans Black"/>
                <a:cs typeface="Noto Sans Blac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3383279"/>
            <a:ext cx="309463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build_deck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964" y="4114800"/>
            <a:ext cx="303977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The Deck MCP composed these slides. This deck was built with an MCP too.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6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BD9"/>
                </a:solidFill>
                <a:latin typeface="Noto Sans"/>
                <a:ea typeface="Noto Sans"/>
                <a:cs typeface="Noto Sans"/>
              </a:rPr>
              <a:t>WHAT STAYS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4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The layout can be generated.</a:t>
            </a:r>
          </a:p>
          <a:p>
            <a:pPr algn="l">
              <a:lnSpc>
                <a:spcPct val="98000"/>
              </a:lnSpc>
            </a:pPr>
            <a:r>
              <a:rPr sz="3400" b="0">
                <a:solidFill>
                  <a:srgbClr val="151435"/>
                </a:solidFill>
                <a:latin typeface="Noto Sans Black"/>
                <a:ea typeface="Noto Sans Black"/>
                <a:cs typeface="Noto Sans Black"/>
              </a:rPr>
              <a:t>The judgment cannot.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267712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Numbers for a funder, the board, or the public still need a person.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108960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80944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Material AI use is disclosed, including in funder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950208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Synthetic examples are not connections to donor or programme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791456"/>
            <a:ext cx="146304" cy="146304"/>
          </a:xfrm>
          <a:prstGeom prst="rect">
            <a:avLst/>
          </a:prstGeom>
          <a:solidFill>
            <a:srgbClr val="D6F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A refusal is the boundary working, not a broken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4435D"/>
                </a:solidFill>
                <a:latin typeface="Noto Sans"/>
                <a:ea typeface="Noto Sans"/>
                <a:cs typeface="Noto Sans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4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1874519" cy="5784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69164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6FF00"/>
                </a:solidFill>
                <a:latin typeface="Noto Sans"/>
                <a:ea typeface="Noto Sans"/>
                <a:cs typeface="Noto Sans"/>
              </a:rPr>
              <a:t>NEXT DECK, SAME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84831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6000"/>
              </a:lnSpc>
            </a:pPr>
            <a:r>
              <a:rPr sz="4400" b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</a:rPr>
              <a:t>Find the tool. Ask for the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8F0E4"/>
                </a:solidFill>
                <a:latin typeface="Noto Sans"/>
                <a:ea typeface="Noto Sans"/>
                <a:cs typeface="Noto Sans"/>
              </a:rPr>
              <a:t>Try the live demos in Wetland. Deck generation runs locally; a published Copilot agent still requires tenant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FF00"/>
                </a:solidFill>
                <a:latin typeface="Noto Sans"/>
                <a:ea typeface="Noto Sans"/>
                <a:cs typeface="Noto Sans"/>
              </a:rPr>
              <a:t>https://wetland-ai-workspace-462504004653.northamerica-northeast2.run.app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8F0E4"/>
                </a:solidFill>
                <a:latin typeface="Noto Sans"/>
                <a:ea typeface="Noto Sans"/>
                <a:cs typeface="Noto Sans"/>
              </a:rPr>
              <a:t>Independent Wetland project  ·  Not official WaterAid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46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8F0E4"/>
                </a:solidFill>
                <a:latin typeface="Noto Sans"/>
                <a:ea typeface="Noto Sans"/>
                <a:cs typeface="Noto San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Wetland MCP marketplace</dc:title>
  <dc:subject>Built by the build_deck MCP tool</dc:subject>
  <dc:creator>Wetland Deck MCP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MCP marketplace</cp:category>
</cp:coreProperties>
</file>