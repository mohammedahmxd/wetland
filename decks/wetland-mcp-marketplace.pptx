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Noto Sans" pitchFamily="34" charset="0"/>
      <p:regular r:id="rId15"/>
      <p:bold r:id="rId16"/>
    </p:embeddedFont>
    <p:embeddedFont>
      <p:font typeface="Noto Sans Black" pitchFamily="34" charset="0"/>
      <p:regular r:id="rId17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font" Target="fonts/83786123-a6a3-4b41-9fde-ab3a0d7a89bb.fntdata"/><Relationship Id="rId16" Type="http://schemas.openxmlformats.org/officeDocument/2006/relationships/font" Target="fonts/76155737-2b82-4c50-91e3-6a452c748d2f.fntdata"/><Relationship Id="rId17" Type="http://schemas.openxmlformats.org/officeDocument/2006/relationships/font" Target="fonts/23410a63-be59-4500-a364-e37fcd4151ad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1874519" cy="5784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732520" y="438912"/>
            <a:ext cx="2889504" cy="384048"/>
          </a:xfrm>
          <a:prstGeom prst="roundRect">
            <a:avLst>
              <a:gd name="adj" fmla="val 50000"/>
            </a:avLst>
          </a:prstGeom>
          <a:solidFill>
            <a:srgbClr val="D6FF00"/>
          </a:solidFill>
          <a:ln>
            <a:noFill/>
          </a:ln>
        </p:spPr>
        <p:txBody>
          <a:bodyPr rtlCol="0" anchor="ctr" wrap="none" lIns="73152" rIns="73152"/>
          <a:lstStyle/>
          <a:p>
            <a:pPr algn="ctr"/>
            <a:r>
              <a:rPr sz="1100" b="1">
                <a:solidFill>
                  <a:srgbClr val="151435"/>
                </a:solidFill>
                <a:latin typeface="Noto Sans"/>
                <a:ea typeface="Noto Sans"/>
                <a:cs typeface="Noto Sans"/>
              </a:rPr>
              <a:t>BUILT WITH AN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6FF00"/>
                </a:solidFill>
                <a:latin typeface="Noto Sans"/>
                <a:ea typeface="Noto Sans"/>
                <a:cs typeface="Noto Sans"/>
              </a:rPr>
              <a:t>WETLAND  ·  MCP MARKETPLACE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304288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</a:rPr>
              <a:t>The catalogue that can</a:t>
            </a:r>
          </a:p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</a:rPr>
              <a:t>build the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69080"/>
            <a:ext cx="950976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A home for shared helpers, plus the MCP that turns a brief into slides. This file is one of those slides.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01  / 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3891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51560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4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A clever chat still needs a key to the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337560"/>
            <a:ext cx="105156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657600"/>
            <a:ext cx="1024128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On its own, an assistant does not know Water Care proposals, campaign results, brand rules, or which helpers are approved. An MCP is the adapter: one resource, with the rules built into the plug rather than into the chat.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02  / 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THE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Find the helper. Paste the link. Then decide.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67712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969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Search by the task: a grant draft, a brand token, a retention question.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108960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Live and Pilot can be used. Proposed stays labelled as an idea.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950208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Copy the MCP link into the assistant you already use. One helper per chat.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791456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Read the answer, open the source, and check it before it leaves your desk.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03  / 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ON THE SHELF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One live endpoint. Seven honest concepts.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947672"/>
            <a:ext cx="64008" cy="1426464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D6FF00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151435"/>
                </a:solidFill>
                <a:latin typeface="Noto Sans"/>
                <a:ea typeface="Noto Sans"/>
                <a:cs typeface="Noto Sans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Brand &amp; design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Knowledge &amp; brand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9131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9131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Programme reporting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9131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International Programmes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999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70167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Supporter 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Supporter Care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035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71203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203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Water point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203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Programme &amp; MERL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Fundraising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Fundraising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7963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569131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9131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Grant reconciliation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9131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Grants Finance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8999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70167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Policy &amp; evidence library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Policy &amp; Advocacy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70035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71203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1203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Team knowledge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1203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IT &amp; Operations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04  / 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THE DECK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We built the MCP that builds the deck.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67712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969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An agent sends a brief: the message, the points, and the layout.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108960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build_deck asks the Brand MCP for colour, type, and the wordmark.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950208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tool returns a 16:9 PowerPoint a person can open and edit.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791456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person who presents it still owns every claim on the slide.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05  / 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THIS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You are looking at an MCP output.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3551834" cy="2880360"/>
          </a:xfrm>
          <a:prstGeom prst="roundRect">
            <a:avLst>
              <a:gd name="adj" fmla="val 6000"/>
            </a:avLst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478024"/>
            <a:ext cx="322265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24327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006BD9"/>
                </a:solidFill>
                <a:latin typeface="Noto Sans Black"/>
                <a:ea typeface="Noto Sans Black"/>
                <a:cs typeface="Noto Sans Blac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79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Read the 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303977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story is the Wetland marketplace: status, owner, and a link you can paste.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930" y="2331720"/>
            <a:ext cx="3551834" cy="2880360"/>
          </a:xfrm>
          <a:prstGeom prst="roundRect">
            <a:avLst>
              <a:gd name="adj" fmla="val 6000"/>
            </a:avLst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4522" y="2478024"/>
            <a:ext cx="322265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5962" y="2624327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006BD9"/>
                </a:solidFill>
                <a:latin typeface="Noto Sans Black"/>
                <a:ea typeface="Noto Sans Black"/>
                <a:cs typeface="Noto Sans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5962" y="3383279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Read the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4114800"/>
            <a:ext cx="303977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Colour, Noto Sans, and the white wordmark came from the live Brand MCP.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2932" y="2331720"/>
            <a:ext cx="3551834" cy="2880360"/>
          </a:xfrm>
          <a:prstGeom prst="roundRect">
            <a:avLst>
              <a:gd name="adj" fmla="val 6000"/>
            </a:avLst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7524" y="2478024"/>
            <a:ext cx="322265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8964" y="2624327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006BD9"/>
                </a:solidFill>
                <a:latin typeface="Noto Sans Black"/>
                <a:ea typeface="Noto Sans Black"/>
                <a:cs typeface="Noto Sans Black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8964" y="3383279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build_deck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8964" y="4114800"/>
            <a:ext cx="303977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Deck MCP composed these slides. This deck was built with an MCP too.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06  / 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WHAT STAYS HUMAN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The layout can be generated.</a:t>
            </a:r>
          </a:p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The judgment cannot.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67712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969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Numbers for a funder, the board, or the public still need a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108960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Material AI use is disclosed, including in funder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950208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A concept card is not a connection to donor or programme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791456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A refusal is the boundary working, not a broken tool.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07  / 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4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1874519" cy="5784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69164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6FF00"/>
                </a:solidFill>
                <a:latin typeface="Noto Sans"/>
                <a:ea typeface="Noto Sans"/>
                <a:cs typeface="Noto Sans"/>
              </a:rPr>
              <a:t>NEXT DECK, SAME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84831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000"/>
              </a:lnSpc>
            </a:pPr>
            <a:r>
              <a:rPr sz="4400" b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</a:rPr>
              <a:t>Find the tool. Ask for the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11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The marketplace is the front door. The Deck MCP is how a presentation comes back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091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6FF00"/>
                </a:solidFill>
                <a:latin typeface="Noto Sans"/>
                <a:ea typeface="Noto Sans"/>
                <a:cs typeface="Noto Sans"/>
              </a:rPr>
              <a:t>https://wetland-ai-workspace-462504004653.northamerica-northeast2.run.app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08  / 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Wetland MCP marketplace</dc:title>
  <dc:subject>Built by the build_deck MCP tool</dc:subject>
  <dc:creator>Wetland Deck MCP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MCP marketplace</cp:category>
</cp:coreProperties>
</file>